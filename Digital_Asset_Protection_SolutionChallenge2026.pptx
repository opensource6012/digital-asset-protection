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228600"/>
            <a:ext cx="201168" cy="201168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56448" y="228600"/>
            <a:ext cx="201168" cy="201168"/>
          </a:xfrm>
          <a:prstGeom prst="ellipse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49056" y="228600"/>
            <a:ext cx="201168" cy="201168"/>
          </a:xfrm>
          <a:prstGeom prst="ellipse">
            <a:avLst/>
          </a:prstGeom>
          <a:solidFill>
            <a:srgbClr val="FBBC05"/>
          </a:solidFill>
          <a:ln w="12700">
            <a:solidFill>
              <a:srgbClr val="FBBC0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41664" y="228600"/>
            <a:ext cx="201168" cy="201168"/>
          </a:xfrm>
          <a:prstGeom prst="ellipse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5486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Solution Challenge 2026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00584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Digital Asset Protection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365760" y="178308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4285F4"/>
                </a:solidFill>
              </a:rPr>
              <a:t>System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365760" y="269748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ADCFC"/>
                </a:solidFill>
              </a:rPr>
              <a:t>An AI-powered multi-agent platform for sports media rights protection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ADCFC"/>
                </a:solidFill>
              </a:rPr>
              <a:t>using Google ADK · Gemini 2.5 Flash · Vertex AI · Cloud Run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4572000"/>
            <a:ext cx="859536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Build with AI  |  Hack2Skill  |  Google Cloud Gen AI Academy APAC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Team Details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114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143000"/>
            <a:ext cx="548640" cy="548640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96012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285F4"/>
                </a:solidFill>
              </a:rPr>
              <a:t>a. Team Name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1252728"/>
            <a:ext cx="7589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2E"/>
                </a:solidFill>
              </a:rPr>
              <a:t>ByteShield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167128"/>
            <a:ext cx="8595360" cy="114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2441448"/>
            <a:ext cx="548640" cy="548640"/>
          </a:xfrm>
          <a:prstGeom prst="ellipse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441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2258568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A853"/>
                </a:solidFill>
              </a:rPr>
              <a:t>b. Team Leader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2551176"/>
            <a:ext cx="7589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2E"/>
                </a:solidFill>
              </a:rPr>
              <a:t>Banty Raj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3465576"/>
            <a:ext cx="8595360" cy="114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3739896"/>
            <a:ext cx="548640" cy="548640"/>
          </a:xfrm>
          <a:prstGeom prst="ellipse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7398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3557016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4335"/>
                </a:solidFill>
              </a:rPr>
              <a:t>c. Problem Statement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3849624"/>
            <a:ext cx="7589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2E"/>
                </a:solidFill>
              </a:rPr>
              <a:t>Sports media rights are routinely violated through unauthorized streaming, piracy, and redistribution. Rights holders lack a unified, intelligent system to register, monitor, flag, and report IP violations in real time — resulting in massive revenue loss and unenforceable licensing.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Brief About the Solution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</a:rPr>
              <a:t>Digital Asset Protection System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1261872"/>
            <a:ext cx="5029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2E"/>
                </a:solidFill>
              </a:rPr>
              <a:t>An end-to-end AI agent system built on Google ADK that enables sports media rights holders to register official assets, detect IP violations, flag unauthorized usage, and generate protection reports — all through natural language conversation.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2E"/>
                </a:solidFill>
              </a:rPr>
              <a:t>The system uses a primary coordinator agent that routes requests to 3 specialist sub-agents, each backed by purpose-built Python tools. Deployed live on Google Cloud Run with Gemini 2.5 Flash as the reasoning engine.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577840" y="914400"/>
            <a:ext cx="3246120" cy="109728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69280" y="10058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Live Deployed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669280" y="1353312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</a:rPr>
              <a:t>my-agents-807379743631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</a:rPr>
              <a:t>.us-central1.run.app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577840" y="2194560"/>
            <a:ext cx="3246120" cy="1097280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669280" y="22860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4+ AI Agents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669280" y="2633472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</a:rPr>
              <a:t>Multi-agent ADK architecture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</a:rPr>
              <a:t>with Gemini 2.5 Flash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577840" y="3474720"/>
            <a:ext cx="324612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669280" y="35661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 Tools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669280" y="3913632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</a:rPr>
              <a:t>register, list, flag, search,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</a:rPr>
              <a:t>report, update_status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709160"/>
            <a:ext cx="9144000" cy="429768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4709160"/>
            <a:ext cx="85953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Stack: Google ADK  ·  Gemini 2.5 Flash  ·  Vertex AI  ·  MCP Toolbox  ·  Cloud Run  ·  Python  ·  Docker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Opportunities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772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a. Differentiation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107899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</a:rPr>
              <a:t>Unlike static rights management tools, our system uses a conversational AI agent — users simply describe violations in plain English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1380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</a:rPr>
              <a:t>Multi-agent specialization: each sub-agent is an expert in its domain (registration, violation detection, reporting)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1682496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</a:rPr>
              <a:t>Live Cloud Run deployment with real ADK Web UI — not a prototype, a working production system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194560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1945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b. How It Solves the Problem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" y="249631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</a:rPr>
              <a:t>Rights holders register assets and get instant violation alerts — no manual monitoring needed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" y="279806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</a:rPr>
              <a:t>Gemini 2.5 Flash reasons over all 6 tools to give accurate, context-aware responses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" y="3099816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</a:rPr>
              <a:t>Reports give a full picture of open violations, critical alerts, and license status in seconds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3611880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36118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c. USP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4320" y="391363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</a:rPr>
              <a:t>Only solution combining Google ADK multi-agent architecture + MCP Toolbox + Vertex AI for sports IP protection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4320" y="421538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</a:rPr>
              <a:t>Natural language interface — no technical expertise required from rights holders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4320" y="4517136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</a:rPr>
              <a:t>Publicly accessible live demo at my-agents-807379743631.us-central1.run.app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List of Features Offered by the Solution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01168" y="822960"/>
            <a:ext cx="2743200" cy="182880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38328" y="96012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8328" y="960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285F4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10896" y="1536192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Asset Registration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10896" y="1874520"/>
            <a:ext cx="25237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</a:rPr>
              <a:t>Register sports media assets with owner, type, license expiry. Duplicate detection built-in.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91256" y="822960"/>
            <a:ext cx="2743200" cy="1828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28416" y="96012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28416" y="960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300984" y="1536192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Asset Listing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00984" y="1874520"/>
            <a:ext cx="25237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</a:rPr>
              <a:t>List all registered assets with live status: active, archived, pending_review, suspended.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81344" y="822960"/>
            <a:ext cx="2743200" cy="1828800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18504" y="96012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18504" y="960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A4335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291072" y="1536192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Violation Flagging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91072" y="1874520"/>
            <a:ext cx="25237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</a:rPr>
              <a:t>Flag unauthorized usage with URL, description, and severity (low/medium/high/critical).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01168" y="2834640"/>
            <a:ext cx="2743200" cy="1828800"/>
          </a:xfrm>
          <a:prstGeom prst="rect">
            <a:avLst/>
          </a:prstGeom>
          <a:solidFill>
            <a:srgbClr val="FBBC05"/>
          </a:solidFill>
          <a:ln w="12700">
            <a:solidFill>
              <a:srgbClr val="FBBC0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38328" y="297180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BC05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10896" y="3547872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Violation Search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10896" y="3886200"/>
            <a:ext cx="25237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</a:rPr>
              <a:t>Search violations by asset ID, keyword, owner name, URL, or severity level.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191256" y="2834640"/>
            <a:ext cx="2743200" cy="1828800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28416" y="297180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28416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A853"/>
                </a:solidFill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300984" y="3547872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Protection Reports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00984" y="3886200"/>
            <a:ext cx="25237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</a:rPr>
              <a:t>Generate per-asset or full portfolio reports with violation counts and severity breakdown.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81344" y="2834640"/>
            <a:ext cx="2743200" cy="182880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18504" y="297180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18504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333EA"/>
                </a:solidFill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291072" y="3547872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Status Management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91072" y="3886200"/>
            <a:ext cx="25237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</a:rPr>
              <a:t>Update asset lifecycle status; graceful degradation if toolbox is unavailable.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Process Flow Diagram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192024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92024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User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(Rights Holder)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11680" y="192024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0" y="192024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Root Agent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(Coordinator)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06240" y="82296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0" y="82296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Registration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Agent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06240" y="192024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192024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Violation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Agent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06240" y="301752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0" y="301752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Report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Agent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92240" y="192024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192024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Tools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 Store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38160" y="192024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38160" y="192024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AI Response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(Gemini 2.5)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837944" y="2350008"/>
            <a:ext cx="1828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11880" y="1828800"/>
            <a:ext cx="594360" cy="-576072"/>
          </a:xfrm>
          <a:prstGeom prst="line">
            <a:avLst/>
          </a:prstGeom>
          <a:noFill/>
          <a:ln w="19050">
            <a:solidFill>
              <a:srgbClr val="4285F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11880" y="2350008"/>
            <a:ext cx="594360" cy="0"/>
          </a:xfrm>
          <a:prstGeom prst="line">
            <a:avLst/>
          </a:prstGeom>
          <a:noFill/>
          <a:ln w="19050">
            <a:solidFill>
              <a:srgbClr val="EA433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11880" y="2350008"/>
            <a:ext cx="594360" cy="694944"/>
          </a:xfrm>
          <a:prstGeom prst="line">
            <a:avLst/>
          </a:prstGeom>
          <a:noFill/>
          <a:ln w="19050">
            <a:solidFill>
              <a:srgbClr val="34A85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06440" y="1261872"/>
            <a:ext cx="685800" cy="69494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06440" y="2350008"/>
            <a:ext cx="6858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06440" y="3438144"/>
            <a:ext cx="685800" cy="-57607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92440" y="2350008"/>
            <a:ext cx="64008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11480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register_asset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20040" y="411480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list_assets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0040" y="411480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flag_violation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20040" y="438912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search_violations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20040" y="438912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get_asset_report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20040" y="438912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update_asset_status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20040" y="39319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6 MCP Tools: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Wireframes / Mock UI — ADK Web Developer Interface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2286000" cy="41605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686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</a:rPr>
              <a:t>Agent Development Kit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118872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285F4"/>
                </a:solidFill>
              </a:rPr>
              <a:t>digital_asset_app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5087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Trace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178308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State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20574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Artifacts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23317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Sessions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" y="26060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Eval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" y="31089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A4335"/>
                </a:solidFill>
              </a:rPr>
              <a:t>No invocations found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A4335"/>
                </a:solidFill>
              </a:rPr>
              <a:t>(before fix)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4320" y="37033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A853"/>
                </a:solidFill>
              </a:rPr>
              <a:t>Invocations visible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4A853"/>
                </a:solidFill>
              </a:rPr>
              <a:t>(after fix)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606040" y="777240"/>
            <a:ext cx="6309360" cy="416052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606040" y="777240"/>
            <a:ext cx="6309360" cy="411480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0" y="777240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761"/>
                </a:solidFill>
              </a:rPr>
              <a:t>SESSION: fec62f61  |  USER: user  |  Streaming: 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54880" y="1298448"/>
            <a:ext cx="3017520" cy="438912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1298448"/>
            <a:ext cx="3017520" cy="438912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1298448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Register ESPN World Cup 2024 Highlights video, license until Dec 2025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697480" y="1801368"/>
            <a:ext cx="3017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697480" y="1801368"/>
            <a:ext cx="3017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88920" y="1801368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2E"/>
                </a:solidFill>
              </a:rPr>
              <a:t>Asset registered successfully.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2E"/>
                </a:solidFill>
              </a:rPr>
              <a:t>  ID: ESPN-WC2024-001 | Owner: ESPN | Status: ACTIVE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54880" y="2304288"/>
            <a:ext cx="3017520" cy="438912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2304288"/>
            <a:ext cx="3017520" cy="438912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304288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Flag a critical violation — piracy-site.com/wc-stream is streaming it live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697480" y="2807208"/>
            <a:ext cx="3017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697480" y="2807208"/>
            <a:ext cx="3017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88920" y="2807208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2E"/>
                </a:solidFill>
              </a:rPr>
              <a:t>Violation flagged — VIO-0001 | Severity: CRITICAL | Status: OPEN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2E"/>
                </a:solidFill>
              </a:rPr>
              <a:t>Recommend immediate legal action.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3310128"/>
            <a:ext cx="3017520" cy="438912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310128"/>
            <a:ext cx="3017520" cy="438912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310128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Generate full portfolio report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697480" y="3813048"/>
            <a:ext cx="3017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697480" y="3813048"/>
            <a:ext cx="3017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88920" y="3813048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2E"/>
                </a:solidFill>
              </a:rPr>
              <a:t>Total assets: 1 | Total violations: 1 | Critical: 1 | Open: 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Architecture Diagram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5029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User / Browser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389888"/>
            <a:ext cx="8595360" cy="50292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38988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Cloud Run — my-agents (ADK Web Server + Python Agent)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993392"/>
            <a:ext cx="859536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993392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Root Agent (Gemini 2.5 Flash — Coordinator)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633472"/>
            <a:ext cx="2743200" cy="59436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63347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Registration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Agent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3291840"/>
            <a:ext cx="2743200" cy="777240"/>
          </a:xfrm>
          <a:prstGeom prst="rect">
            <a:avLst/>
          </a:prstGeom>
          <a:solidFill>
            <a:srgbClr val="16213E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32918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ADCFC"/>
                </a:solidFill>
              </a:rPr>
              <a:t>register_asset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ADCFC"/>
                </a:solidFill>
              </a:rPr>
              <a:t>list_assets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ADCFC"/>
                </a:solidFill>
              </a:rPr>
              <a:t>update_status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54680" y="2633472"/>
            <a:ext cx="2743200" cy="594360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54680" y="263347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Violation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Agent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154680" y="3291840"/>
            <a:ext cx="2743200" cy="777240"/>
          </a:xfrm>
          <a:prstGeom prst="rect">
            <a:avLst/>
          </a:prstGeom>
          <a:solidFill>
            <a:srgbClr val="16213E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54680" y="32918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ADCFC"/>
                </a:solidFill>
              </a:rPr>
              <a:t>flag_violation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ADCFC"/>
                </a:solidFill>
              </a:rPr>
              <a:t>search_violations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35040" y="2633472"/>
            <a:ext cx="2743200" cy="594360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263347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Report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Agent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35040" y="3291840"/>
            <a:ext cx="2743200" cy="777240"/>
          </a:xfrm>
          <a:prstGeom prst="rect">
            <a:avLst/>
          </a:prstGeom>
          <a:solidFill>
            <a:srgbClr val="16213E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0" y="32918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ADCFC"/>
                </a:solidFill>
              </a:rPr>
              <a:t>get_asset_report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4320" y="41605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</a:rPr>
              <a:t>Infrastructure Layer: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4434840"/>
            <a:ext cx="1965960" cy="548640"/>
          </a:xfrm>
          <a:prstGeom prst="roundRect">
            <a:avLst>
              <a:gd name="adj" fmla="val 8333"/>
            </a:avLst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4348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Vertex AI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/ Gemini API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423160" y="4434840"/>
            <a:ext cx="1965960" cy="548640"/>
          </a:xfrm>
          <a:prstGeom prst="roundRect">
            <a:avLst>
              <a:gd name="adj" fmla="val 8333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23160" y="44348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MCP Toolbox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SQL Tools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0" y="4434840"/>
            <a:ext cx="1965960" cy="548640"/>
          </a:xfrm>
          <a:prstGeom prst="roundRect">
            <a:avLst>
              <a:gd name="adj" fmla="val 833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44348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Google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Cloud Run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720840" y="4434840"/>
            <a:ext cx="1965960" cy="548640"/>
          </a:xfrm>
          <a:prstGeom prst="roundRect">
            <a:avLst>
              <a:gd name="adj" fmla="val 8333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20840" y="44348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Docker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Container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Technologies Used in the Solution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01168" y="804672"/>
            <a:ext cx="1965960" cy="17830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804672"/>
            <a:ext cx="1965960" cy="27432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8046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AI/Agent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92608" y="112471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85F4"/>
                </a:solidFill>
              </a:rPr>
              <a:t>Google ADK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92608" y="155448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Multi-agent orchestration framework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95728" y="804672"/>
            <a:ext cx="1965960" cy="17830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95728" y="804672"/>
            <a:ext cx="1965960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95728" y="8046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AI Model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87168" y="112471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</a:rPr>
              <a:t>Gemini 2.5 Flash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487168" y="155448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LLM for reasoning &amp; tool selection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90288" y="804672"/>
            <a:ext cx="1965960" cy="17830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90288" y="804672"/>
            <a:ext cx="1965960" cy="274320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90288" y="8046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Cloud AI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81728" y="112471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A853"/>
                </a:solidFill>
              </a:rPr>
              <a:t>Vertex AI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681728" y="155448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Managed AI platform &amp; auth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84848" y="804672"/>
            <a:ext cx="1965960" cy="17830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84848" y="804672"/>
            <a:ext cx="196596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84848" y="8046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Tools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76288" y="112471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MCP Toolbox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76288" y="155448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SQL tools exposed as agent tools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01168" y="2770632"/>
            <a:ext cx="1965960" cy="17830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1168" y="2770632"/>
            <a:ext cx="196596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1168" y="277063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Cloud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92608" y="309067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Google Cloud Run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92608" y="352044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Serverless container deployment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395728" y="2770632"/>
            <a:ext cx="1965960" cy="17830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95728" y="2770632"/>
            <a:ext cx="1965960" cy="2743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95728" y="277063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Language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487168" y="309067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</a:rPr>
              <a:t>Python 3.12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2487168" y="352044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Agent code &amp; tool functions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90288" y="2770632"/>
            <a:ext cx="1965960" cy="17830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90288" y="2770632"/>
            <a:ext cx="1965960" cy="2743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90288" y="277063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DevOps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681728" y="309067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</a:rPr>
              <a:t>Docker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681728" y="352044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Containerized build &amp; deploy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784848" y="2770632"/>
            <a:ext cx="1965960" cy="17830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84848" y="2770632"/>
            <a:ext cx="1965960" cy="274320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84848" y="277063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876288" y="309067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4335"/>
                </a:solidFill>
              </a:rPr>
              <a:t>BigQuery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876288" y="352044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Public datasets &amp; data queries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Estimated Implementation Cost (Prototype Phase)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109728" cy="50292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86968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Google Cloud Run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Min: 0, Max: 3 instances · Auto-scaling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675120" y="914400"/>
            <a:ext cx="2148840" cy="347472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75120" y="91440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$0–15/mo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1499616"/>
            <a:ext cx="109728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545336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Gemini 2.5 Flash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175564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Input: $0.075/M tokens · Output: $0.30/M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675120" y="1572768"/>
            <a:ext cx="214884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75120" y="157276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~$5–20/mo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" y="2157984"/>
            <a:ext cx="109728" cy="502920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203704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Vertex AI Auth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241401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Service account — included in GCP free tier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675120" y="2231136"/>
            <a:ext cx="2148840" cy="347472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75120" y="223113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$0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74320" y="2816352"/>
            <a:ext cx="109728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8620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MCP Toolbox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" y="307238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Self-hosted container on Cloud Run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675120" y="2889504"/>
            <a:ext cx="214884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675120" y="288950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$0–5/mo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74320" y="3474720"/>
            <a:ext cx="109728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5204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BigQuery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02920" y="373075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Public datasets — first 1TB free/month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675120" y="3547872"/>
            <a:ext cx="214884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675120" y="354787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$0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74320" y="4133088"/>
            <a:ext cx="109728" cy="5029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178808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Cloud Build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02920" y="438912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First 120 build-minutes/day free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675120" y="4206240"/>
            <a:ext cx="2148840" cy="34747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675120" y="420624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$0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274320" y="4617720"/>
            <a:ext cx="8595360" cy="365760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61772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Total estimated prototype cost: $5–40/month  |  Current hackathon usage: ~$0 (GCP free credits)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Snapshots of the MVP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01168" y="804672"/>
            <a:ext cx="4160520" cy="1874520"/>
          </a:xfrm>
          <a:prstGeom prst="rect">
            <a:avLst/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804672"/>
            <a:ext cx="4160520" cy="32004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804672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ADK Web UI — Live Agent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" y="1188720"/>
            <a:ext cx="38862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88720"/>
            <a:ext cx="3886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4285F4"/>
                </a:solidFill>
              </a:rPr>
              <a:t>[ Live Screenshot ]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92608" y="217627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digital_asset_app running on Cloud Run with session management, Events &amp; Traces tabs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81728" y="804672"/>
            <a:ext cx="4160520" cy="1874520"/>
          </a:xfrm>
          <a:prstGeom prst="rect">
            <a:avLst/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81728" y="804672"/>
            <a:ext cx="4160520" cy="320040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3168" y="804672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Cloud Run Logs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18888" y="1188720"/>
            <a:ext cx="38862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18888" y="1188720"/>
            <a:ext cx="3886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34A853"/>
                </a:solidFill>
              </a:rPr>
              <a:t>[ Live Screenshot ]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73168" y="217627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Successful tool loading, session creation, HTTP 200 OK responses for all endpoints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01168" y="2862072"/>
            <a:ext cx="4160520" cy="1874520"/>
          </a:xfrm>
          <a:prstGeom prst="rect">
            <a:avLst/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1168" y="2862072"/>
            <a:ext cx="4160520" cy="320040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" y="2862072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Error Resolution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8328" y="3246120"/>
            <a:ext cx="38862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3246120"/>
            <a:ext cx="3886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EA4335"/>
                </a:solidFill>
              </a:rPr>
              <a:t>[ Live Screenshot ]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92608" y="423367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Gemini Log Investigation showing TOOLBOX_URL fix; API key auth error diagnosed and resolved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81728" y="2862072"/>
            <a:ext cx="4160520" cy="1874520"/>
          </a:xfrm>
          <a:prstGeom prst="rect">
            <a:avLst/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81728" y="2862072"/>
            <a:ext cx="41605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73168" y="2862072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Agent Code — agent.py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18888" y="3246120"/>
            <a:ext cx="38862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18888" y="3246120"/>
            <a:ext cx="3886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E2761"/>
                </a:solidFill>
              </a:rPr>
              <a:t>[ Live Screenshot ]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773168" y="423367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Multi-agent architecture: root coordinator + 3 sub-agents, 6 Python tool functions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Additional Details / Future Development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1005840" cy="77724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04672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DB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417320" y="850392"/>
            <a:ext cx="7406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85F4"/>
                </a:solidFill>
              </a:rPr>
              <a:t>BigQuery Integration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170432"/>
            <a:ext cx="7406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Migrate in-memory store to BigQuery — persist all assets and violations across sessions with full query capability.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828800"/>
            <a:ext cx="1005840" cy="777240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82880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417320" y="1874520"/>
            <a:ext cx="7406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A853"/>
                </a:solidFill>
              </a:rPr>
              <a:t>Automated Web Scanning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17320" y="2194560"/>
            <a:ext cx="7406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Add a web-scan sub-agent that proactively searches for unauthorized usage using Google Search API + Gemini vision.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852928"/>
            <a:ext cx="1005840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852928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417320" y="2898648"/>
            <a:ext cx="7406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</a:rPr>
              <a:t>Rights Holder Dashboard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17320" y="3218688"/>
            <a:ext cx="7406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Build a React/Next.js web dashboard showing violation heatmaps, asset health scores, and takedown request status.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3877056"/>
            <a:ext cx="1005840" cy="777240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877056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4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417320" y="3922776"/>
            <a:ext cx="7406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4335"/>
                </a:solidFill>
              </a:rPr>
              <a:t>API &amp; Webhook Alerts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17320" y="4242816"/>
            <a:ext cx="7406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Expose REST API for external integrations + email/Slack webhook alerts when critical violations are detected.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Target: Expand from sports IP to general digital media (music, film, publishing) with multi-industry support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Project Links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548640" cy="548640"/>
          </a:xfrm>
          <a:prstGeom prst="ellipse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05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98755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GitHub Public Repository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2984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https://github.com/OPENSOURCE6012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2011680"/>
            <a:ext cx="548640" cy="548640"/>
          </a:xfrm>
          <a:prstGeom prst="ellipse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199339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Demo Video Link (3 Minutes)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30428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4335"/>
                </a:solidFill>
              </a:rPr>
              <a:t>[Upload to YouTube &amp; add link here]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3017520"/>
            <a:ext cx="548640" cy="548640"/>
          </a:xfrm>
          <a:prstGeom prst="ellipse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" y="299923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MVP / Live Prototype Link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33101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A853"/>
                </a:solidFill>
              </a:rPr>
              <a:t>https://my-agents-807379743631.us-central1.run.app/dev-ui/?app=digital_asset_app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4023360"/>
            <a:ext cx="548640" cy="548640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4023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05840" y="400507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Working Prototype Link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431596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85F4"/>
                </a:solidFill>
              </a:rPr>
              <a:t>https://my-agents-807379743631.us-central1.run.app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LinkedIn: www.linkedin.com/in/banty-raj-032170267  |  Email: rajbanty388@gmail.com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228600"/>
            <a:ext cx="201168" cy="201168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56448" y="228600"/>
            <a:ext cx="201168" cy="201168"/>
          </a:xfrm>
          <a:prstGeom prst="ellipse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49056" y="228600"/>
            <a:ext cx="201168" cy="201168"/>
          </a:xfrm>
          <a:prstGeom prst="ellipse">
            <a:avLst/>
          </a:prstGeom>
          <a:solidFill>
            <a:srgbClr val="FBBC05"/>
          </a:solidFill>
          <a:ln w="12700">
            <a:solidFill>
              <a:srgbClr val="FBBC0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41664" y="228600"/>
            <a:ext cx="201168" cy="201168"/>
          </a:xfrm>
          <a:prstGeom prst="ellipse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</a:rPr>
              <a:t>Thank You!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365760" y="23317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285F4"/>
                </a:solidFill>
              </a:rPr>
              <a:t>Digital Asset Protection System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5760" y="28803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Team ByteShield  ·  Leader: Banty Raj  ·  Bihar Engineering University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33375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Google Cloud Gen AI Academy APAC Edition 2026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4572000"/>
            <a:ext cx="859536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Build with AI  |  Solution Challenge 2026  |  Hack2Skill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Asset Protection System - Solution Challenge 2026</dc:title>
  <dc:subject>PptxGenJS Presentation</dc:subject>
  <dc:creator>PptxGenJS</dc:creator>
  <cp:lastModifiedBy>PptxGenJS</cp:lastModifiedBy>
  <cp:revision>1</cp:revision>
  <dcterms:created xsi:type="dcterms:W3CDTF">2026-04-21T15:39:14Z</dcterms:created>
  <dcterms:modified xsi:type="dcterms:W3CDTF">2026-04-21T15:39:14Z</dcterms:modified>
</cp:coreProperties>
</file>